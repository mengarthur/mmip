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8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晶片設計要先擺放元件，再繞線。真正的壅塞要等 routing 跑完才確定；placement 階段 EDA 工具只有 RUDY 和 early global routing 這類粗估，我用實際資料算過，它們和最終結果的相關係數只有約 0.4 到 0.57。一旦壅塞就得回頭改設計重跑，非常耗時。這和我的研究也直接相關：HLS 產生的硬體在 FPGA 上也常因為壅塞造成 timing 不過。所以我想做一個系統，在 placement 之後用影像辨識做出比這些粗估更準的壅塞預測，並用 Grad-CAM 解釋模型的依據。（約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資料使用</a:t>
            </a:r>
            <a:r>
              <a:rPr dirty="0"/>
              <a:t> </a:t>
            </a:r>
            <a:r>
              <a:rPr dirty="0" err="1"/>
              <a:t>CircuitNet，是北京大學等單位專為機器學習輔助</a:t>
            </a:r>
            <a:r>
              <a:rPr dirty="0"/>
              <a:t> EDA 公開的資料集，BSD-3 授權。N14 </a:t>
            </a:r>
            <a:r>
              <a:rPr dirty="0" err="1"/>
              <a:t>版本有一萬多個版圖樣本，來自</a:t>
            </a:r>
            <a:r>
              <a:rPr dirty="0"/>
              <a:t> RISC-V、GPU、ML </a:t>
            </a:r>
            <a:r>
              <a:rPr dirty="0" err="1"/>
              <a:t>加速器等</a:t>
            </a:r>
            <a:r>
              <a:rPr dirty="0"/>
              <a:t> 8 </a:t>
            </a:r>
            <a:r>
              <a:rPr dirty="0" err="1"/>
              <a:t>個設計。我已經下載其中最小的</a:t>
            </a:r>
            <a:r>
              <a:rPr dirty="0"/>
              <a:t> Vortex-small </a:t>
            </a:r>
            <a:r>
              <a:rPr dirty="0" err="1"/>
              <a:t>檢查過：每個樣本是約四百多格見方的陣列，尺寸隨</a:t>
            </a:r>
            <a:r>
              <a:rPr dirty="0"/>
              <a:t> floorplan </a:t>
            </a:r>
            <a:r>
              <a:rPr dirty="0" err="1"/>
              <a:t>設定不同，輸入是</a:t>
            </a:r>
            <a:r>
              <a:rPr dirty="0"/>
              <a:t> cell </a:t>
            </a:r>
            <a:r>
              <a:rPr dirty="0" err="1"/>
              <a:t>密度和繞線需求，標註是實際繞線後的壅塞程度，就是最右邊這張。只需要其中</a:t>
            </a:r>
            <a:r>
              <a:rPr dirty="0"/>
              <a:t> 25 GB </a:t>
            </a:r>
            <a:r>
              <a:rPr dirty="0" err="1"/>
              <a:t>的繞線特徵，先用</a:t>
            </a:r>
            <a:r>
              <a:rPr dirty="0"/>
              <a:t> 3 </a:t>
            </a:r>
            <a:r>
              <a:rPr dirty="0" err="1"/>
              <a:t>個小設計，Colab</a:t>
            </a:r>
            <a:r>
              <a:rPr dirty="0"/>
              <a:t> </a:t>
            </a:r>
            <a:r>
              <a:rPr dirty="0" err="1"/>
              <a:t>就能處理</a:t>
            </a:r>
            <a:r>
              <a:rPr dirty="0"/>
              <a:t>。（約 50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技術上會用到課程每週的內容：先用 EDA 工具內建的粗估、以及 OpenCV 特徵加上 Random Forest 當 baseline，再比較 MLP、CNN 和 ViT，U-Net 則用來預測整張壅塞圖。另外做一個多模態模型：每個樣本都有時脈頻率、floorplan 使用率等設計參數，把影像和這些參數一起輸入，對應老師示範中的 multi-head 架構。評估用 ROC-AUC 和 Macro-F1，並用 Grad-CAM 解釋模型看的是哪些區域。期末再加入 LLM Agent、RAG 和 Function Call。（約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系統流程是：讀入版圖特徵圖和設計參數，前處理時統一大小、正規化、切成區塊，並且依設計切分訓練和測試集。接著比較五種方法，輸出熱點分類、壅塞熱度圖和 Grad-CAM，最後做成 Streamlit 網頁讓使用者上傳版圖、比較各方法。期末在同一套系統上加入 Agent，透過 Function Call 呼叫預測模型、用 RAG 查壅塞成因和修正方法；未來如果自行產生 FPGA 的資料，也希望把方法接回我的 HLS 研究。（約 50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預期成果有三個：可操作的網頁、和 EDA 粗估及五種方法的量化比較，以及在沒看過的設計上測試泛化能力。我已經從實際資料發現幾個挑戰：繞線 overflow 只出現在約 1% 的格子，太稀疏，所以會改用繞線使用率的門檻定義熱點；同一個設計的樣本非常相似，必須依設計切分，否則分數會虛高；輸入是多通道數值圖不是照片，會比較從頭訓練和微調；每張尺寸不同而且 Vortex-small 只有 96 筆，會統一縮放、切成區塊，並加入其他設計。（約 50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時程上，今天確定題目和資料，資料已經下載檢查完；10/28 完成前處理、五種方法比較、Grad-CAM 和網頁；期末再加入 Agent 和 RAG。謝謝大家。（約 20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bel_u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097280"/>
            <a:ext cx="4023360" cy="4023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35240" y="52578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C0D0"/>
                </a:solidFill>
                <a:latin typeface="Microsoft JhengHei"/>
              </a:rPr>
              <a:t>實際資料：一個晶片版圖的繞線使用率分布（CircuitNet-N14，亮處為繞線擁擠）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A30F"/>
                </a:solidFill>
                <a:latin typeface="Microsoft JhengHei"/>
              </a:rPr>
              <a:t>MMIP 期中 Milestone 構想報告｜鑑別式 AI 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675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JhengHei"/>
              </a:rPr>
              <a:t>RouteVision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晶片版圖繞線壅塞預測系統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CFD6E4"/>
                </a:solidFill>
                <a:latin typeface="Microsoft JhengHei"/>
              </a:rPr>
              <a:t>在 placement 階段，用影像辨識提早找出 routing 壅塞熱點，並解釋模型看到了什麼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6400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Microsoft JhengHei"/>
              </a:rPr>
              <a:t>林孟霆  315833033</a:t>
            </a:r>
            <a:r>
              <a:rPr lang="zh-TW" altLang="en-US" sz="1600" b="1" dirty="0">
                <a:solidFill>
                  <a:srgbClr val="FFFFFF"/>
                </a:solidFill>
                <a:latin typeface="Microsoft JhengHei"/>
              </a:rPr>
              <a:t> 智慧綠能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  <a:p>
            <a:pPr algn="l"/>
            <a:r>
              <a:rPr sz="1400" b="0" dirty="0" err="1">
                <a:solidFill>
                  <a:srgbClr val="B8C0D0"/>
                </a:solidFill>
                <a:latin typeface="Microsoft JhengHei"/>
              </a:rPr>
              <a:t>交大電子所</a:t>
            </a:r>
            <a:r>
              <a:rPr sz="1400" b="0" dirty="0">
                <a:solidFill>
                  <a:srgbClr val="B8C0D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B8C0D0"/>
                </a:solidFill>
                <a:latin typeface="Microsoft JhengHei"/>
              </a:rPr>
              <a:t>平行運算系統實驗室（AI-aided</a:t>
            </a:r>
            <a:r>
              <a:rPr sz="1400" b="0" dirty="0">
                <a:solidFill>
                  <a:srgbClr val="B8C0D0"/>
                </a:solidFill>
                <a:latin typeface="Microsoft JhengHei"/>
              </a:rPr>
              <a:t> HLS）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1D33"/>
                </a:solidFill>
                <a:latin typeface="Microsoft JhengHei"/>
              </a:rPr>
              <a:t>系統想解決的問題：壅塞發現得太晚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241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Microsoft JhengHei"/>
              </a:rPr>
              <a:t>預計開發的系統與要解決的問題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Microsoft JhengHei"/>
              </a:rPr>
              <a:t>現況的痛點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463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263A"/>
                </a:solidFill>
                <a:latin typeface="Microsoft JhengHei"/>
              </a:rPr>
              <a:t>晶片設計流程：</a:t>
            </a:r>
            <a:r>
              <a:rPr sz="1600" b="0">
                <a:solidFill>
                  <a:srgbClr val="1F263A"/>
                </a:solidFill>
                <a:latin typeface="Microsoft JhengHei"/>
              </a:rPr>
              <a:t>placement → routing → 檢查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263A"/>
                </a:solidFill>
                <a:latin typeface="Microsoft JhengHei"/>
              </a:rPr>
              <a:t>真正的壅塞</a:t>
            </a:r>
            <a:r>
              <a:rPr sz="1600" b="0">
                <a:solidFill>
                  <a:srgbClr val="1F263A"/>
                </a:solidFill>
                <a:latin typeface="Microsoft JhengHei"/>
              </a:rPr>
              <a:t>要等 routing 跑完才確定；placement 階段只有粗估（RUDY、early global routing），實測和最終結果的相關係數只有約 0.40／0.57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263A"/>
                </a:solidFill>
                <a:latin typeface="Microsoft JhengHei"/>
              </a:rPr>
              <a:t>一旦壅塞：</a:t>
            </a:r>
            <a:r>
              <a:rPr sz="1600" b="0">
                <a:solidFill>
                  <a:srgbClr val="1F263A"/>
                </a:solidFill>
                <a:latin typeface="Microsoft JhengHei"/>
              </a:rPr>
              <a:t>要回頭修改設計再重跑，迭代成本高；HLS 產生的硬體在 FPGA 上也有同樣問題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0060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4572E"/>
                </a:solidFill>
                <a:latin typeface="Microsoft JhengHei"/>
              </a:rPr>
              <a:t>目標：</a:t>
            </a:r>
            <a:r>
              <a:rPr sz="1500" b="1">
                <a:solidFill>
                  <a:srgbClr val="161D33"/>
                </a:solidFill>
                <a:latin typeface="Microsoft JhengHei"/>
              </a:rPr>
              <a:t>在 placement 後就做出比現有粗估更準的壅塞預測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16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A30F"/>
                </a:solidFill>
                <a:latin typeface="Microsoft JhengHei"/>
              </a:rPr>
              <a:t>RouteVision 的做法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2514600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963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2A30F"/>
                </a:solidFill>
                <a:latin typeface="Microsoft JhengHei"/>
              </a:rPr>
              <a:t>輸入：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placement 後的版圖特徵圖（影像）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3355848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3375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2A30F"/>
                </a:solidFill>
                <a:latin typeface="Microsoft JhengHei"/>
              </a:rPr>
              <a:t>判斷：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每個區塊會不會壅塞（熱點分類）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4197096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17880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2A30F"/>
                </a:solidFill>
                <a:latin typeface="Microsoft JhengHei"/>
              </a:rPr>
              <a:t>輸出：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壅塞熱度圖 + Grad-CAM 解釋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5038344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502005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2A30F"/>
                </a:solidFill>
                <a:latin typeface="Microsoft JhengHei"/>
              </a:rPr>
              <a:t>效益：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比 RUDY／eGR 粗估更準，提早修正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478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1D33"/>
                </a:solidFill>
                <a:latin typeface="Microsoft JhengHei"/>
              </a:rPr>
              <a:t>資料：CircuitNet 開源 EDA 資料集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241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Microsoft JhengHei"/>
              </a:rPr>
              <a:t>預計使用的資料類型與資料來源</a:t>
            </a:r>
          </a:p>
        </p:txBody>
      </p:sp>
      <p:pic>
        <p:nvPicPr>
          <p:cNvPr id="5" name="Picture 4" descr="in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3832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輸入：cell 密度</a:t>
            </a:r>
          </a:p>
        </p:txBody>
      </p:sp>
      <p:pic>
        <p:nvPicPr>
          <p:cNvPr id="7" name="Picture 6" descr="in_ru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691640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31720" y="33832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輸入：繞線需求 RUDY</a:t>
            </a:r>
          </a:p>
        </p:txBody>
      </p:sp>
      <p:pic>
        <p:nvPicPr>
          <p:cNvPr id="9" name="Picture 8" descr="in_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69164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33832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輸入：腳位繞線需求</a:t>
            </a:r>
          </a:p>
        </p:txBody>
      </p:sp>
      <p:pic>
        <p:nvPicPr>
          <p:cNvPr id="11" name="Picture 10" descr="label_ut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79" y="169164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879" y="33832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4572E"/>
                </a:solidFill>
                <a:latin typeface="Microsoft JhengHei"/>
              </a:rPr>
              <a:t>標註：實際繞線使用率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63A"/>
                </a:solidFill>
                <a:latin typeface="Microsoft JhengHei"/>
              </a:rPr>
              <a:t>已實際下載 Vortex-small 檢查：96 個樣本，每張約 400–460 格見方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6949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478"/>
                </a:solidFill>
                <a:latin typeface="Microsoft JhengHei"/>
              </a:rPr>
              <a:t>資料類型：晶片版圖切成格子的多通道「影像」，每格代表 placement 後的特徵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478"/>
                </a:solidFill>
                <a:latin typeface="Microsoft JhengHei"/>
              </a:rPr>
              <a:t>來源：北京大學等單位公開的 CircuitNet（BSD-3 授權，Hugging Face 下載）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478"/>
                </a:solidFill>
                <a:latin typeface="Microsoft JhengHei"/>
              </a:rPr>
              <a:t>只需 routability 特徵；先用 3 個小設計（下載約 3.5 GB，解壓後約 10 倍，只解壓需要的特徵並縮成 256×256）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D33"/>
                </a:solidFill>
                <a:latin typeface="Microsoft JhengHei"/>
              </a:rPr>
              <a:t>10,345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0487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Microsoft JhengHei"/>
              </a:rPr>
              <a:t>個版圖樣本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1546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26440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D33"/>
                </a:solidFill>
                <a:latin typeface="Microsoft JhengHe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6791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Microsoft JhengHei"/>
              </a:rPr>
              <a:t>個開源設計
RISC-V／GPU／ML 加速器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6177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472744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D33"/>
                </a:solidFill>
                <a:latin typeface="Microsoft JhengHei"/>
              </a:rPr>
              <a:t>14 nm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3095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Microsoft JhengHei"/>
              </a:rPr>
              <a:t>FinFET 製程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478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1D33"/>
                </a:solidFill>
                <a:latin typeface="Microsoft JhengHei"/>
              </a:rPr>
              <a:t>預計使用的課程技術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241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Microsoft JhengHei"/>
              </a:rPr>
              <a:t>期中比較不同的鑑別式方法，期末加入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D33"/>
                </a:solidFill>
                <a:latin typeface="Microsoft JhengHei"/>
              </a:rPr>
              <a:t>傳統方法與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6596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4572E"/>
                </a:solidFill>
                <a:latin typeface="Microsoft JhengHei"/>
              </a:rPr>
              <a:t>Week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EDA 粗估（RUDY、eGR）；OpenCV
特徵 ＋ Random Forest／SVM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9" y="19202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D33"/>
                </a:solidFill>
                <a:latin typeface="Microsoft JhengHei"/>
              </a:rPr>
              <a:t>MLP＋多模態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4572E"/>
                </a:solidFill>
                <a:latin typeface="Microsoft JhengHei"/>
              </a:rPr>
              <a:t>Week 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5146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MLP baseline；影像 CNN ＋
設計參數 MLP 的雙輸入模型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916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D33"/>
                </a:solidFill>
                <a:latin typeface="Microsoft JhengHei"/>
              </a:rPr>
              <a:t>CNN／U-Net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196596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4572E"/>
                </a:solidFill>
                <a:latin typeface="Microsoft JhengHei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CNN 判斷熱點；U-Net 預測
整張壅塞熱度圖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160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D33"/>
                </a:solidFill>
                <a:latin typeface="Microsoft JhengHei"/>
              </a:rPr>
              <a:t>Vision 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2062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4572E"/>
                </a:solidFill>
                <a:latin typeface="Microsoft JhengHei"/>
              </a:rP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5488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微調 ViT，比較與 CNN
在版圖影像上的差異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1999" y="4160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D33"/>
                </a:solidFill>
                <a:latin typeface="Microsoft JhengHei"/>
              </a:rPr>
              <a:t>可解釋性與評估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062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4572E"/>
                </a:solidFill>
                <a:latin typeface="Microsoft JhengHei"/>
              </a:rPr>
              <a:t>Week 2–3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75488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Grad-CAM 標出依據的區域
ROC-AUC、Macro-F1、混淆矩陣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6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160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2A30F"/>
                </a:solidFill>
                <a:latin typeface="Microsoft JhengHei"/>
              </a:rPr>
              <a:t>期末：Agentic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42062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2A30F"/>
                </a:solidFill>
                <a:latin typeface="Microsoft JhengHei"/>
              </a:rPr>
              <a:t>期末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LLM Agent ＋ RAG（壅塞成因
與修正方法）＋ Function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478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1D33"/>
                </a:solidFill>
                <a:latin typeface="Microsoft JhengHei"/>
              </a:rPr>
              <a:t>系統流程與技術架構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241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Microsoft JhengHei"/>
              </a:rPr>
              <a:t>期中：可操作的網頁 demo；期末：在同一套系統上加入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61D33"/>
                </a:solidFill>
                <a:latin typeface="Microsoft JhengHei"/>
              </a:rPr>
              <a:t>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554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B6478"/>
                </a:solidFill>
                <a:latin typeface="Microsoft JhengHei"/>
              </a:rPr>
              <a:t>CircuitNet
版圖特徵圖
＋ 設計參數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50592" y="2651760"/>
            <a:ext cx="338328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62072" y="173736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1874519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61D33"/>
                </a:solidFill>
                <a:latin typeface="Microsoft JhengHei"/>
              </a:rPr>
              <a:t>前處理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77440"/>
            <a:ext cx="1554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B6478"/>
                </a:solidFill>
                <a:latin typeface="Microsoft JhengHei"/>
              </a:rPr>
              <a:t>resize 256×256
正規化、切區塊
依設計切分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64024" y="2651760"/>
            <a:ext cx="338328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75504" y="173736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4" y="1874519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61D33"/>
                </a:solidFill>
                <a:latin typeface="Microsoft JhengHei"/>
              </a:rPr>
              <a:t>模型比較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377440"/>
            <a:ext cx="1554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B6478"/>
                </a:solidFill>
                <a:latin typeface="Microsoft JhengHei"/>
              </a:rPr>
              <a:t>EDA 粗估／RF
MLP／CNN／ViT
多模態／U-Net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77456" y="2651760"/>
            <a:ext cx="338328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88936" y="173736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71816" y="1874519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61D33"/>
                </a:solidFill>
                <a:latin typeface="Microsoft JhengHei"/>
              </a:rPr>
              <a:t>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377440"/>
            <a:ext cx="1554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B6478"/>
                </a:solidFill>
                <a:latin typeface="Microsoft JhengHei"/>
              </a:rPr>
              <a:t>熱點分類
壅塞熱度圖
Grad-CAM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90888" y="2651760"/>
            <a:ext cx="338328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02368" y="173736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16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85248" y="1874519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2A30F"/>
                </a:solidFill>
                <a:latin typeface="Microsoft JhengHei"/>
              </a:rPr>
              <a:t>網頁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377440"/>
            <a:ext cx="1554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Streamlit
上傳版圖
比較各方法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11109960" cy="187451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Microsoft JhengHei"/>
              </a:rPr>
              <a:t>期末延伸：Agentic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9204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478"/>
                </a:solidFill>
                <a:latin typeface="Microsoft JhengHei"/>
              </a:rPr>
              <a:t>使用者上傳版圖並提問
「哪裡會壅塞？怎麼改？」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4480560"/>
            <a:ext cx="18013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3048" y="45720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D33"/>
                </a:solidFill>
                <a:latin typeface="Microsoft JhengHei"/>
              </a:rPr>
              <a:t>Function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59" y="4983480"/>
            <a:ext cx="16184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呼叫壅塞預測
與 Grad-CAM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87568" y="4480560"/>
            <a:ext cx="18013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97296" y="45720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D33"/>
                </a:solidFill>
                <a:latin typeface="Microsoft JhengHei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7" y="4983480"/>
            <a:ext cx="16184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壅塞成因與
修正方法知識庫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71816" y="4480560"/>
            <a:ext cx="18013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81544" y="45720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D33"/>
                </a:solidFill>
                <a:latin typeface="Microsoft JhengHei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4983480"/>
            <a:ext cx="16184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信心不足時
建議人工確認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56063" y="4480560"/>
            <a:ext cx="18013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65791" y="4572000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D33"/>
                </a:solidFill>
                <a:latin typeface="Microsoft JhengHei"/>
              </a:rPr>
              <a:t>未來延伸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3" y="4983480"/>
            <a:ext cx="16184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8"/>
                </a:solidFill>
                <a:latin typeface="Microsoft JhengHei"/>
              </a:rPr>
              <a:t>移植到 FPGA（需自建
Vivado 資料）接 HLS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478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1D33"/>
                </a:solidFill>
                <a:latin typeface="Microsoft JhengHei"/>
              </a:rPr>
              <a:t>預期成果與可能遇到的問題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241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Microsoft JhengHei"/>
              </a:rPr>
              <a:t>已從實際資料發現的挑戰，以及對應方法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61D33"/>
                </a:solidFill>
                <a:latin typeface="Microsoft JhengHei"/>
              </a:rPr>
              <a:t>預期成果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63A"/>
                </a:solidFill>
                <a:latin typeface="Microsoft JhengHei"/>
              </a:rPr>
              <a:t>可操作網頁</a:t>
            </a:r>
          </a:p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上傳版圖，比較 5 種方法
的預測結果與 Grad-CAM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7472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63A"/>
                </a:solidFill>
                <a:latin typeface="Microsoft JhengHei"/>
              </a:rPr>
              <a:t>量化比較</a:t>
            </a:r>
          </a:p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和 EDA 粗估及 5 種方法
比較 ROC-AUC、Macro-F1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61D33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5488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63A"/>
                </a:solidFill>
                <a:latin typeface="Microsoft JhengHei"/>
              </a:rPr>
              <a:t>泛化驗證</a:t>
            </a:r>
          </a:p>
          <a:p>
            <a:pPr algn="l"/>
            <a:r>
              <a:rPr sz="1400" b="0">
                <a:solidFill>
                  <a:srgbClr val="5B6478"/>
                </a:solidFill>
                <a:latin typeface="Microsoft JhengHei"/>
              </a:rPr>
              <a:t>在「沒看過的設計」上測試
檢驗是否真的實用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45920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61D33"/>
                </a:solidFill>
                <a:latin typeface="Microsoft JhengHei"/>
              </a:rPr>
              <a:t>可能遇到的問題 → 對策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94560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28600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4572E"/>
                </a:solidFill>
                <a:latin typeface="Microsoft JhengHei"/>
              </a:rPr>
              <a:t>標籤太稀疏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B6478"/>
                </a:solidFill>
                <a:latin typeface="Microsoft JhengHei"/>
              </a:rPr>
              <a:t>繞線 overflow 只出現在約 1% 的格子</a:t>
            </a:r>
          </a:p>
          <a:p>
            <a:pPr algn="l"/>
            <a:r>
              <a:rPr sz="1400" b="1">
                <a:solidFill>
                  <a:srgbClr val="1F263A"/>
                </a:solidFill>
                <a:latin typeface="Microsoft JhengHei"/>
              </a:rPr>
              <a:t>→ 改用繞線使用率門檻定義熱點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218688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3310128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4572E"/>
                </a:solidFill>
                <a:latin typeface="Microsoft JhengHei"/>
              </a:rPr>
              <a:t>資料洩漏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310128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B6478"/>
                </a:solidFill>
                <a:latin typeface="Microsoft JhengHei"/>
              </a:rPr>
              <a:t>同一設計的樣本彼此非常相似</a:t>
            </a:r>
          </a:p>
          <a:p>
            <a:pPr algn="l"/>
            <a:r>
              <a:rPr sz="1400" b="1">
                <a:solidFill>
                  <a:srgbClr val="1F263A"/>
                </a:solidFill>
                <a:latin typeface="Microsoft JhengHei"/>
              </a:rPr>
              <a:t>→ 依設計切分訓練／測試集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242816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6360" y="4334256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4572E"/>
                </a:solidFill>
                <a:latin typeface="Microsoft JhengHei"/>
              </a:rPr>
              <a:t>不是一般照片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34256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B6478"/>
                </a:solidFill>
                <a:latin typeface="Microsoft JhengHei"/>
              </a:rPr>
              <a:t>多通道數值圖，ViT 預訓練權重不一定適用</a:t>
            </a:r>
          </a:p>
          <a:p>
            <a:pPr algn="l"/>
            <a:r>
              <a:rPr sz="1400" b="1">
                <a:solidFill>
                  <a:srgbClr val="1F263A"/>
                </a:solidFill>
                <a:latin typeface="Microsoft JhengHei"/>
              </a:rPr>
              <a:t>→ 比較從頭訓練與微調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5266944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66360" y="5358383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4572E"/>
                </a:solidFill>
                <a:latin typeface="Microsoft JhengHei"/>
              </a:rPr>
              <a:t>尺寸與數量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358383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B6478"/>
                </a:solidFill>
                <a:latin typeface="Microsoft JhengHei"/>
              </a:rPr>
              <a:t>每張尺寸不同；Vortex-small 只有 96 筆</a:t>
            </a:r>
          </a:p>
          <a:p>
            <a:pPr algn="l"/>
            <a:r>
              <a:rPr sz="1400" b="1">
                <a:solidFill>
                  <a:srgbClr val="1F263A"/>
                </a:solidFill>
                <a:latin typeface="Microsoft JhengHei"/>
              </a:rPr>
              <a:t>→ 統一縮放並切區塊；加入其他設計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478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時程規劃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24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0574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A30F"/>
                </a:solidFill>
                <a:latin typeface="Microsoft JhengHei"/>
              </a:rPr>
              <a:t>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構想報告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FD6E4"/>
                </a:solidFill>
                <a:latin typeface="Microsoft JhengHei"/>
              </a:rPr>
              <a:t>題目、資料、架構確定
已完成資料下載與檢查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3017520"/>
            <a:ext cx="182880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24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20574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A30F"/>
                </a:solidFill>
                <a:latin typeface="Microsoft JhengHei"/>
              </a:rPr>
              <a:t>10/28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期中 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918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FD6E4"/>
                </a:solidFill>
                <a:latin typeface="Microsoft JhengHei"/>
              </a:rPr>
              <a:t>前處理、5 種方法比較
Grad-CAM、Streamlit 網頁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59" y="3017520"/>
            <a:ext cx="182880" cy="320040"/>
          </a:xfrm>
          <a:prstGeom prst="rightArrow">
            <a:avLst/>
          </a:prstGeom>
          <a:solidFill>
            <a:srgbClr val="F2A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24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A30F"/>
                </a:solidFill>
                <a:latin typeface="Microsoft JhengHei"/>
              </a:rPr>
              <a:t>期末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Final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918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FD6E4"/>
                </a:solidFill>
                <a:latin typeface="Microsoft JhengHei"/>
              </a:rPr>
              <a:t>LLM Agent、RAG
Function Call、Guardrail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謝謝大家，歡迎提問與建議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A3B5"/>
                </a:solidFill>
                <a:latin typeface="Microsoft JhengHei"/>
              </a:rPr>
              <a:t>林孟霆 315833033｜MMIP 期中 Milestone 構想報告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3B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834</Words>
  <Application>Microsoft Office PowerPoint</Application>
  <PresentationFormat>寬螢幕</PresentationFormat>
  <Paragraphs>140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林孟霆</cp:lastModifiedBy>
  <cp:revision>3</cp:revision>
  <dcterms:created xsi:type="dcterms:W3CDTF">2013-01-27T09:14:16Z</dcterms:created>
  <dcterms:modified xsi:type="dcterms:W3CDTF">2026-10-14T08:40:53Z</dcterms:modified>
  <cp:category/>
</cp:coreProperties>
</file>